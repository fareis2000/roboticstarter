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8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9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2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7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3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2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2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7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5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0227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8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426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16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47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D7112-4608-4D42-ACAC-D87D008ECE8A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8ECAE24-7C95-4919-97DC-B80E47D274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566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B3D4C-4E25-8604-C124-F8BA806D9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Robótica starter aula 4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40F350-B06A-C771-1B77-8E05CEFF0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Fabio Reis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1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47017-31AC-B2A8-8826-D6D9AC92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Motores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6F284-98BB-B879-7A9C-8600B27A8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656037"/>
          </a:xfrm>
        </p:spPr>
        <p:txBody>
          <a:bodyPr/>
          <a:lstStyle/>
          <a:p>
            <a:r>
              <a:rPr lang="pt-BR" dirty="0"/>
              <a:t>Os motores são componentes vitais na robótica, convertendo comandos elétricos em movimento mecânico. Entre eles, o servo motor se destaca pela sua precisão e controle. Entender o funcionamento e potencial desses motores crucial para avançar na automação inteligente e na criação de projetos de robótica cada vez mais sofisticados.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7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0ED32-4486-C969-555E-471A8464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Começamos ligando um motor a uma bateria.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18EE14-DB32-9D7F-D410-5E7E3444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80" y="2191578"/>
            <a:ext cx="5343525" cy="33147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3421479-7B57-F244-3374-CCEE2F7E344E}"/>
              </a:ext>
            </a:extLst>
          </p:cNvPr>
          <p:cNvSpPr txBox="1"/>
          <p:nvPr/>
        </p:nvSpPr>
        <p:spPr>
          <a:xfrm>
            <a:off x="5950227" y="2140226"/>
            <a:ext cx="3723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ao conectar os fios em diferentes posições, o motor girará para o</a:t>
            </a:r>
          </a:p>
          <a:p>
            <a:r>
              <a:rPr lang="pt-BR" dirty="0"/>
              <a:t>outro lado, pois não possui uma polaridade fixa.</a:t>
            </a:r>
          </a:p>
          <a:p>
            <a:r>
              <a:rPr lang="pt-BR" dirty="0"/>
              <a:t>O sentido de rotação é determinado pela forma como os fios são ligados.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30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97482-BAD8-2B3E-A9AE-5ED5829F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Agora iremos utilizar o servo motor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F27C921-7333-B468-DB82-2DB1F5BAD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0" y="2366963"/>
            <a:ext cx="6601499" cy="388143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612360C-6F94-D42F-E510-DBA673971365}"/>
              </a:ext>
            </a:extLst>
          </p:cNvPr>
          <p:cNvSpPr txBox="1"/>
          <p:nvPr/>
        </p:nvSpPr>
        <p:spPr>
          <a:xfrm>
            <a:off x="7023653" y="2252870"/>
            <a:ext cx="29552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Este motor possui um fio adicional chamado fio de sinal, que é usado para</a:t>
            </a:r>
          </a:p>
          <a:p>
            <a:r>
              <a:rPr lang="pt-BR" dirty="0"/>
              <a:t>controlar sua posição para um ângulo específico selecionado.</a:t>
            </a:r>
          </a:p>
          <a:p>
            <a:r>
              <a:rPr lang="pt-BR" dirty="0"/>
              <a:t>Neste modelo, o limite é de 180 graus. Programar o código para controlar sua</a:t>
            </a:r>
          </a:p>
          <a:p>
            <a:r>
              <a:rPr lang="pt-BR" dirty="0"/>
              <a:t>posição é bastante simples.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8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E0627-7193-86AD-3EE1-00DACAE2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Codigo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DC5AD1-DFC4-6B45-A1CF-404BB763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046" y="129468"/>
            <a:ext cx="4797908" cy="659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2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72028-9E15-AE43-6526-6AC2613B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Desafio: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2E73C-6DFD-B104-CC83-B2BDB9C7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desafio de vocês será:</a:t>
            </a:r>
          </a:p>
          <a:p>
            <a:r>
              <a:rPr lang="pt-BR" dirty="0"/>
              <a:t>Acender 3 diferentes leds, conforme a posição do nosso servo motor.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30 para acender o azul, 60 para o amarelo, e 90 para o verde.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Logo depois disso terá que no caminho inverso, os leds virem apagando.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9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F0BBF-854E-B5D0-299A-8F4B3536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solução: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4627F-1C68-7884-2221-A793092AB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44" y="1270000"/>
            <a:ext cx="86868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4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F4BC74E-2BA6-F125-8677-38B0C597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40" y="198575"/>
            <a:ext cx="5938218" cy="653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626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217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Facetado</vt:lpstr>
      <vt:lpstr>Robótica starter aula 4</vt:lpstr>
      <vt:lpstr>Motores</vt:lpstr>
      <vt:lpstr>Começamos ligando um motor a uma bateria.</vt:lpstr>
      <vt:lpstr>Agora iremos utilizar o servo motor</vt:lpstr>
      <vt:lpstr>Codigo</vt:lpstr>
      <vt:lpstr>Desafio:</vt:lpstr>
      <vt:lpstr>Desafio solução: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Mynds TechSchool</dc:creator>
  <cp:lastModifiedBy>Mynds TechSchool</cp:lastModifiedBy>
  <cp:revision>2</cp:revision>
  <dcterms:created xsi:type="dcterms:W3CDTF">2025-01-13T16:12:14Z</dcterms:created>
  <dcterms:modified xsi:type="dcterms:W3CDTF">2025-01-13T17:59:02Z</dcterms:modified>
</cp:coreProperties>
</file>